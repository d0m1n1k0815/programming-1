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65" r:id="rId5"/>
    <p:sldId id="258" r:id="rId6"/>
    <p:sldId id="266" r:id="rId7"/>
    <p:sldId id="259" r:id="rId8"/>
    <p:sldId id="267" r:id="rId9"/>
    <p:sldId id="260" r:id="rId10"/>
    <p:sldId id="268" r:id="rId11"/>
    <p:sldId id="261" r:id="rId12"/>
    <p:sldId id="269" r:id="rId13"/>
    <p:sldId id="262" r:id="rId14"/>
    <p:sldId id="270" r:id="rId15"/>
    <p:sldId id="263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93AD71-B748-40DF-9A77-1486A2770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8674B-9A2B-12A7-E3A9-BB361C248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E4918E-6A9D-9923-FC78-E5BB97644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8E42-6518-4098-B2F0-514D6110DCF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C23064-F419-F430-115C-736C89A35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407479-8807-C709-3A36-350F246C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9A1C-30F8-4DBA-B2E1-D0D8DD3C7FD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31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7A39A-137F-B2F3-8A85-C71768C9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3ECD96-BAEE-DFDE-E59E-9BAB1144E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4A4E2C-1259-6DDF-DAE8-13B6C865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8E42-6518-4098-B2F0-514D6110DCF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CC10D8-E8C6-9E32-8E56-3537A542A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2A2499-4E26-8C7E-0854-EDA884B0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9A1C-30F8-4DBA-B2E1-D0D8DD3C7FD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977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82C3D8-35E8-A7CB-4D56-5C9A210E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7C67C4C-2E13-DA3C-3B5F-23953C7F1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C2299A-AAEB-7C81-97B8-A594168F1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8E42-6518-4098-B2F0-514D6110DCF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DFDDE3-61C5-D744-055E-C043107B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E64BF0-2859-D458-CC29-7B669BF46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9A1C-30F8-4DBA-B2E1-D0D8DD3C7FD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02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28C34B-79DC-054B-EB89-F1CBE6328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51A137-F882-E9B4-BADE-96C19380E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07F9758-B480-A934-60E3-D84FE1C55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ED0BC4-304C-98B2-5E88-7BB6DC928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8E42-6518-4098-B2F0-514D6110DCF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5A0E15-6E1E-66F6-2785-7B48667B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FBEF981-BAF7-DEEA-06D7-F27E852A2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9A1C-30F8-4DBA-B2E1-D0D8DD3C7FD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01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86A118-1666-0E60-9D7D-0E83C587D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28E163-9B8D-95AB-3424-9A1D1C911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33AC7B-3E86-901B-E9F7-F08951B73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2992BF4-3B6C-9607-EDCE-BAEE11FBC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E34C2BB-B4D6-FE5B-8178-6B7D6BBB2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BBAFB85-A97D-32C7-4C75-96B684265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8E42-6518-4098-B2F0-514D6110DCF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601709A-A480-D02E-1240-BD62DB322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CDEA28-AC22-8BBF-B189-3AAE6543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9A1C-30F8-4DBA-B2E1-D0D8DD3C7FD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0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03AB81-3B3A-B231-869D-32DF1532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4888361-0891-2B84-05E4-A09718AE9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8E42-6518-4098-B2F0-514D6110DCF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4FCB43-4707-9256-0D93-3974381C3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F759F2-5BF0-99F4-11CF-F30C7A7AE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9A1C-30F8-4DBA-B2E1-D0D8DD3C7FD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50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629C348-47CE-3156-286D-F90242F7F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8E42-6518-4098-B2F0-514D6110DCF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00BDD5B-B7DA-3BC1-21D6-7E06F2038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74D840-DECD-90D9-81BD-E7151028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9A1C-30F8-4DBA-B2E1-D0D8DD3C7FD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0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C01CE-977F-2163-E6DC-82EF5B6C6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5179FC-BCDE-6349-5E87-E8FF5A3C4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19D212-DC61-8F97-8F5B-1FA90AD2E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F851AF-0E1B-A3C7-00D6-C5469A164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8E42-6518-4098-B2F0-514D6110DCF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FFB861A-D733-E36D-D417-F63A54D52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F9C3CC-268D-7544-CCD1-99EAE1FE2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9A1C-30F8-4DBA-B2E1-D0D8DD3C7FD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2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0E5B2E-737A-88DE-F4C2-D43114847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F4DDE66-3A84-EA80-2016-01642E34D52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24F7BA-2217-5885-20FE-3D5360573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E3F51B-664F-D38E-6C72-F9E1B6A80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8E42-6518-4098-B2F0-514D6110DCF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94FD5B-3743-D745-72BF-27E285E9E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D027B7-4758-9F58-C097-35DFE0F4B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9A1C-30F8-4DBA-B2E1-D0D8DD3C7FD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073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7FCBDF-7F1C-2E4D-C3BB-11D966D68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8708D26-86B0-01AB-8AA7-F2E93F613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652CBC-DD3C-1C21-4F92-B029EECBE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8E42-6518-4098-B2F0-514D6110DCF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607AF9-2B22-E085-37F1-AD652A0A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2E4528-484F-322A-25F5-E7FC5565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9A1C-30F8-4DBA-B2E1-D0D8DD3C7FD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8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C5026F3-4620-2D4B-5733-0D52D3E188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BB42A0-3FD8-E24F-2F92-71E7B84EA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4C0151-5DC1-81A1-EAB7-E0995314E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8E42-6518-4098-B2F0-514D6110DCF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26CFAB-D171-D5A1-B4E7-32522BFAC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34CEBA-386B-4E70-38A9-71FF044F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D9A1C-30F8-4DBA-B2E1-D0D8DD3C7FD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3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538E910-7398-AFBF-5A41-10A555B88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35C3F7-5C5C-552F-135E-43528EAED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50CB4C-BEAC-C2AD-DFC2-F6A87D5F07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AE8E42-6518-4098-B2F0-514D6110DCF7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A99C76-92C5-B26A-DAF0-54647A722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C8C235-5C14-E8C0-22DA-F56B93E64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D9A1C-30F8-4DBA-B2E1-D0D8DD3C7FD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47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esktop.github.com/download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ode.visualstudio.com/download?_exp_download=d53503e735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ECAC9D-2FBF-9F4E-69B6-F8A1FCF8F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475116"/>
          </a:xfrm>
        </p:spPr>
        <p:txBody>
          <a:bodyPr>
            <a:normAutofit/>
          </a:bodyPr>
          <a:lstStyle/>
          <a:p>
            <a:r>
              <a:rPr lang="en-US" sz="4000" dirty="0"/>
              <a:t>Python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64E3AF1-2D0D-ECED-608F-548174749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83495"/>
            <a:ext cx="9144000" cy="5074503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Go to </a:t>
            </a:r>
            <a:r>
              <a:rPr lang="en-US" sz="1800" b="1" dirty="0">
                <a:hlinkClick r:id="rId2"/>
              </a:rPr>
              <a:t>python.org</a:t>
            </a:r>
            <a:r>
              <a:rPr lang="en-US" sz="1800" dirty="0">
                <a:hlinkClick r:id="rId2"/>
              </a:rPr>
              <a:t> </a:t>
            </a:r>
            <a:r>
              <a:rPr lang="en-US" sz="1800" dirty="0"/>
              <a:t>and download the latest version for your operating system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Run the downloaded installer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(Windows only) </a:t>
            </a:r>
            <a:r>
              <a:rPr lang="en-US" sz="1800" dirty="0"/>
              <a:t>Before you click install, check the box </a:t>
            </a:r>
            <a:r>
              <a:rPr lang="en-US" sz="1800" b="1" dirty="0"/>
              <a:t>"Add python.exe to PATH"</a:t>
            </a:r>
            <a:r>
              <a:rPr lang="en-US" sz="1800" dirty="0"/>
              <a:t> at the very bottom of the first window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Click "Install Now" and wait for the setup to finish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9F54764-4683-0839-0DAA-2F6EA5CAA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19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C56F4-73BD-264E-CB4B-7009F51A0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532C010A-B714-0DCB-F35D-035C4AED7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75F81E4-C19D-8CF8-A354-12BE7EFDF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40" y="0"/>
            <a:ext cx="5760720" cy="314579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79B8BBC-7AED-CE2D-B5AB-53F22CF49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640" y="3211830"/>
            <a:ext cx="5760720" cy="364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86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AC3FE-60FC-3EB7-8E40-D34260A13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4CFA54-6E9A-3181-B31A-B9C53DA06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475116"/>
          </a:xfrm>
        </p:spPr>
        <p:txBody>
          <a:bodyPr>
            <a:normAutofit/>
          </a:bodyPr>
          <a:lstStyle/>
          <a:p>
            <a:r>
              <a:rPr lang="en-US" sz="4000" dirty="0"/>
              <a:t>GitHub Desktop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48D7CA-40FD-B5AE-C688-1287397EC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83495"/>
            <a:ext cx="9144000" cy="5074503"/>
          </a:xfrm>
        </p:spPr>
        <p:txBody>
          <a:bodyPr>
            <a:norm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Go to </a:t>
            </a:r>
            <a:r>
              <a:rPr lang="en-US" sz="1800" b="1" dirty="0">
                <a:hlinkClick r:id="rId2"/>
              </a:rPr>
              <a:t>desktop.github.com </a:t>
            </a:r>
            <a:r>
              <a:rPr lang="en-US" sz="1800" dirty="0"/>
              <a:t>and download the app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Run the installer (it installs automatically without asking many questions)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Click </a:t>
            </a:r>
            <a:r>
              <a:rPr lang="en-US" sz="1800" b="1" dirty="0"/>
              <a:t>"Sign in to GitHub.com"</a:t>
            </a:r>
            <a:r>
              <a:rPr lang="en-US" sz="1800" dirty="0"/>
              <a:t> and log in with your browser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Click "Finish" on the configuration screen (your name and email are filled in automatically)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57812E4-3ECA-F0F1-F044-DA947C25D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40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F6E49-98A0-42C9-D1D0-3FEED5A57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72E17C7A-E3B7-E0EF-F203-1F0D5B4DD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C14E901F-1A55-925F-2933-856741341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40" y="1856740"/>
            <a:ext cx="5760720" cy="314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02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F1461-99C1-C5DD-A85E-610C56C50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242DC5-E45F-C91D-CB8D-AF08D5280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475116"/>
          </a:xfrm>
        </p:spPr>
        <p:txBody>
          <a:bodyPr>
            <a:normAutofit/>
          </a:bodyPr>
          <a:lstStyle/>
          <a:p>
            <a:r>
              <a:rPr lang="en-US" sz="4000" dirty="0"/>
              <a:t>Visual Studio Code (VSC)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1BCF93-153C-918A-4FD4-BDAF0288B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83495"/>
            <a:ext cx="9144000" cy="5074503"/>
          </a:xfrm>
        </p:spPr>
        <p:txBody>
          <a:bodyPr>
            <a:norm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Go to </a:t>
            </a:r>
            <a:r>
              <a:rPr lang="en-US" sz="1800" b="1" dirty="0">
                <a:hlinkClick r:id="rId2"/>
              </a:rPr>
              <a:t>code.visualstudio.com</a:t>
            </a:r>
            <a:r>
              <a:rPr lang="en-US" sz="1800" dirty="0">
                <a:hlinkClick r:id="rId2"/>
              </a:rPr>
              <a:t> </a:t>
            </a:r>
            <a:r>
              <a:rPr lang="en-US" sz="1800" dirty="0"/>
              <a:t>and install the program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Open VS Code and click the </a:t>
            </a:r>
            <a:r>
              <a:rPr lang="en-US" sz="1800" b="1" dirty="0">
                <a:effectLst/>
              </a:rPr>
              <a:t>"Extensions"</a:t>
            </a:r>
            <a:r>
              <a:rPr lang="en-US" sz="1800" dirty="0">
                <a:effectLst/>
              </a:rPr>
              <a:t> icon on the left menu (the four squares)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Type </a:t>
            </a:r>
            <a:r>
              <a:rPr lang="en-US" sz="1800" b="1" dirty="0"/>
              <a:t>"Python"</a:t>
            </a:r>
            <a:r>
              <a:rPr lang="en-US" sz="1800" dirty="0"/>
              <a:t> into the search bar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Click </a:t>
            </a:r>
            <a:r>
              <a:rPr lang="en-US" sz="1800" b="1" dirty="0"/>
              <a:t>"Install"</a:t>
            </a:r>
            <a:r>
              <a:rPr lang="en-US" sz="1800" dirty="0"/>
              <a:t> on the official extension provided by Microsoft (it has millions of downloads)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81AE200-9C4A-E179-0EEE-74CB7659B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72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0CBBC-F8FB-8138-6DE2-C07A792BF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B965B14-A167-A624-C2DA-4E33DF769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F79565E-7156-AB02-83CF-2B6378FC2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87" y="3628390"/>
            <a:ext cx="5760720" cy="322961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0F40AD7-8817-4E2B-2D17-EFB9595F2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687" y="0"/>
            <a:ext cx="5760720" cy="312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280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539D4-C420-90DD-5F24-05DA9E2D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3EA1A-42B7-6D88-5C9F-64F40B552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475116"/>
          </a:xfrm>
        </p:spPr>
        <p:txBody>
          <a:bodyPr>
            <a:normAutofit/>
          </a:bodyPr>
          <a:lstStyle/>
          <a:p>
            <a:r>
              <a:rPr lang="en-US" sz="4000" dirty="0"/>
              <a:t>Create Repository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2C84C83-AA66-6714-755B-4F1B65ACE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83495"/>
            <a:ext cx="9144000" cy="5074503"/>
          </a:xfrm>
        </p:spPr>
        <p:txBody>
          <a:bodyPr>
            <a:norm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Open </a:t>
            </a:r>
            <a:r>
              <a:rPr lang="en-US" sz="1800" b="1" dirty="0">
                <a:hlinkClick r:id="rId2"/>
              </a:rPr>
              <a:t>GitHub</a:t>
            </a:r>
            <a:r>
              <a:rPr lang="en-US" sz="1800" dirty="0"/>
              <a:t> in your web browser and log in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Go to your profile by clicking your profile picture in the top right corner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Click on </a:t>
            </a:r>
            <a:r>
              <a:rPr lang="en-US" sz="1800" b="1" dirty="0"/>
              <a:t>"Repositories"</a:t>
            </a:r>
            <a:r>
              <a:rPr lang="en-US" sz="1800" dirty="0"/>
              <a:t> and then click on the green button saying </a:t>
            </a:r>
            <a:r>
              <a:rPr lang="en-US" sz="1800" b="1" dirty="0"/>
              <a:t>"New"</a:t>
            </a:r>
            <a:endParaRPr lang="en-US" sz="18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Give your repo a name, scroll down, and click </a:t>
            </a:r>
            <a:r>
              <a:rPr lang="en-US" sz="1800" b="1" dirty="0"/>
              <a:t>"Create repository"</a:t>
            </a:r>
            <a:endParaRPr lang="en-US" sz="18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40B7E47-4C5D-A23C-0F24-A991B0900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96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48901-534C-8955-8CB9-A735044EE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6C9CDBDD-F5FA-375D-85D0-424E198DF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64BBFB3-FC01-4B33-95BB-0BF0FCA53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40" y="1859280"/>
            <a:ext cx="5760720" cy="313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63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BC565-CBC6-851F-FB74-868AB647C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9BB660-177F-463B-1377-B710B4923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475116"/>
          </a:xfrm>
        </p:spPr>
        <p:txBody>
          <a:bodyPr>
            <a:normAutofit/>
          </a:bodyPr>
          <a:lstStyle/>
          <a:p>
            <a:r>
              <a:rPr lang="en-US" sz="4000" dirty="0"/>
              <a:t>Clone Repository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1596132-6412-CE5F-18C9-8B17B5061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83495"/>
            <a:ext cx="9144000" cy="5074503"/>
          </a:xfrm>
        </p:spPr>
        <p:txBody>
          <a:bodyPr>
            <a:norm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Open GitHub Desktop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Click on </a:t>
            </a:r>
            <a:r>
              <a:rPr lang="en-US" sz="1800" b="1" dirty="0"/>
              <a:t>"File"</a:t>
            </a:r>
            <a:r>
              <a:rPr lang="en-US" sz="1800" dirty="0"/>
              <a:t> in the top left corner, then </a:t>
            </a:r>
            <a:r>
              <a:rPr lang="en-US" sz="1800" b="1" dirty="0"/>
              <a:t>"Clone repository...“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Or Click</a:t>
            </a:r>
            <a:r>
              <a:rPr lang="en-US" sz="1600" b="1" dirty="0"/>
              <a:t> "Clone a Repository from the Internet…"</a:t>
            </a:r>
            <a:endParaRPr lang="en-US" sz="16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Select your Project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Choose a safe folder on your PC under "Local Path" (e.g., Documents/University)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Click </a:t>
            </a:r>
            <a:r>
              <a:rPr lang="en-US" sz="1800" b="1" dirty="0"/>
              <a:t>"Clone"</a:t>
            </a:r>
            <a:endParaRPr lang="en-US" sz="18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Once finished, click the big button </a:t>
            </a:r>
            <a:r>
              <a:rPr lang="en-US" sz="1800" b="1" dirty="0"/>
              <a:t>"Open in Visual Studio Code"</a:t>
            </a:r>
            <a:r>
              <a:rPr lang="en-US" sz="1800" dirty="0"/>
              <a:t> in the center of GitHub Desktop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935294D-AB60-03C5-D6F0-CF337CC9A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7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8689F-AF62-F9C0-9C19-98A9D47B3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42014FB3-3F02-1FF8-E16F-DCE361333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FBB7E78E-66DF-ED1B-3B43-9D80A2FBC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770" y="0"/>
            <a:ext cx="4696460" cy="159067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26F4129-6992-6B7F-37DA-D9E016623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269" y="2524367"/>
            <a:ext cx="7719461" cy="43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263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FDC2B-E5A9-FA18-78F0-D928443EA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4A01C2-0255-B112-32C2-E0F84FCED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475116"/>
          </a:xfrm>
        </p:spPr>
        <p:txBody>
          <a:bodyPr>
            <a:normAutofit/>
          </a:bodyPr>
          <a:lstStyle/>
          <a:p>
            <a:r>
              <a:rPr lang="en-US" sz="4000" dirty="0"/>
              <a:t>Create a Virtual Environment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B86351E-FC3B-A497-02A7-687730E58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83495"/>
            <a:ext cx="9144000" cy="507450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In VS Code, open the top menu and click </a:t>
            </a:r>
            <a:r>
              <a:rPr lang="en-US" sz="1800" b="1" dirty="0"/>
              <a:t>"Terminal" -&gt; "New Terminal"</a:t>
            </a:r>
            <a:endParaRPr lang="en-US" sz="1800" dirty="0"/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Type the following command exactly as shown and press Enter: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Windows: </a:t>
            </a:r>
            <a:r>
              <a:rPr lang="en-US" sz="1800" b="1" i="1" dirty="0"/>
              <a:t>python -m </a:t>
            </a:r>
            <a:r>
              <a:rPr lang="en-US" sz="1800" b="1" i="1" dirty="0" err="1"/>
              <a:t>venv</a:t>
            </a:r>
            <a:r>
              <a:rPr lang="en-US" sz="1800" b="1" i="1" dirty="0"/>
              <a:t> </a:t>
            </a:r>
            <a:r>
              <a:rPr lang="en-US" sz="1800" b="1" i="1" dirty="0" err="1"/>
              <a:t>venv</a:t>
            </a:r>
            <a:endParaRPr lang="en-US" sz="1800" b="1" i="1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Mac/Linux: </a:t>
            </a:r>
            <a:r>
              <a:rPr lang="en-US" sz="1800" b="1" i="1" dirty="0"/>
              <a:t>python3 -m </a:t>
            </a:r>
            <a:r>
              <a:rPr lang="en-US" sz="1800" b="1" i="1" dirty="0" err="1"/>
              <a:t>venv</a:t>
            </a:r>
            <a:r>
              <a:rPr lang="en-US" sz="1800" b="1" i="1" dirty="0"/>
              <a:t> </a:t>
            </a:r>
            <a:r>
              <a:rPr lang="en-US" sz="1800" b="1" i="1" dirty="0" err="1"/>
              <a:t>venv</a:t>
            </a:r>
            <a:endParaRPr lang="en-US" sz="1800" b="1" i="1" dirty="0"/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Wait a few seconds. A new folder named "</a:t>
            </a:r>
            <a:r>
              <a:rPr lang="en-US" sz="1800" dirty="0" err="1"/>
              <a:t>venv</a:t>
            </a:r>
            <a:r>
              <a:rPr lang="en-US" sz="1800" dirty="0"/>
              <a:t>" will appear on the left side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In the same terminal, type this command and press Enter: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Windows: </a:t>
            </a:r>
            <a:r>
              <a:rPr lang="en-US" sz="1800" b="1" i="1" dirty="0"/>
              <a:t>.\</a:t>
            </a:r>
            <a:r>
              <a:rPr lang="en-US" sz="1800" b="1" i="1" dirty="0" err="1"/>
              <a:t>venv</a:t>
            </a:r>
            <a:r>
              <a:rPr lang="en-US" sz="1800" b="1" i="1" dirty="0"/>
              <a:t>\Scripts\activate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Mac/Linux: </a:t>
            </a:r>
            <a:r>
              <a:rPr lang="en-US" sz="1800" b="1" i="1" dirty="0"/>
              <a:t>source </a:t>
            </a:r>
            <a:r>
              <a:rPr lang="en-US" sz="1800" b="1" i="1" dirty="0" err="1"/>
              <a:t>venv</a:t>
            </a:r>
            <a:r>
              <a:rPr lang="en-US" sz="1800" b="1" i="1" dirty="0"/>
              <a:t>/bin/activate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800" b="1" dirty="0"/>
              <a:t>Important Check:</a:t>
            </a:r>
            <a:r>
              <a:rPr lang="en-US" sz="1800" dirty="0"/>
              <a:t> You must now see a green </a:t>
            </a:r>
            <a:r>
              <a:rPr lang="en-US" sz="1800" b="1" dirty="0"/>
              <a:t>(</a:t>
            </a:r>
            <a:r>
              <a:rPr lang="en-US" sz="1800" b="1" dirty="0" err="1"/>
              <a:t>venv</a:t>
            </a:r>
            <a:r>
              <a:rPr lang="en-US" sz="1800" b="1" dirty="0"/>
              <a:t>)</a:t>
            </a:r>
            <a:r>
              <a:rPr lang="en-US" sz="1800" dirty="0"/>
              <a:t> text at the very beginning of your terminal line!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Look at the bottom right corner of VS Code: If it says </a:t>
            </a:r>
            <a:r>
              <a:rPr lang="en-US" sz="1800" b="1" dirty="0"/>
              <a:t>"</a:t>
            </a:r>
            <a:r>
              <a:rPr lang="en-US" sz="1800" b="1" dirty="0" err="1"/>
              <a:t>venv</a:t>
            </a:r>
            <a:r>
              <a:rPr lang="en-US" sz="1800" b="1" dirty="0"/>
              <a:t>(3.15.0)" </a:t>
            </a:r>
            <a:r>
              <a:rPr lang="en-US" sz="1800" dirty="0"/>
              <a:t>You are good to go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E089C0D-45B1-7424-6476-69907D39C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85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4D28D-5F61-7E40-0068-76105CE53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1E80C98-9C72-C0C0-6FF9-E87BAA54A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AD38F53-97BB-6965-E3CD-3F738BC5D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237" y="1783495"/>
            <a:ext cx="9013525" cy="257306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E21C188-7C4D-0B63-9FC9-7632C4C9B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824" y="5146464"/>
            <a:ext cx="280035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11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5A97F-461C-3E21-4487-65D848955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FFAA3F-ECB4-C660-60F2-4AF8415E1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475116"/>
          </a:xfrm>
        </p:spPr>
        <p:txBody>
          <a:bodyPr>
            <a:normAutofit/>
          </a:bodyPr>
          <a:lstStyle/>
          <a:p>
            <a:r>
              <a:rPr lang="en-US" sz="4000" dirty="0"/>
              <a:t>Install </a:t>
            </a:r>
            <a:r>
              <a:rPr lang="en-US" sz="4000" dirty="0" err="1"/>
              <a:t>Pygame</a:t>
            </a:r>
            <a:endParaRPr lang="en-US" sz="40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C9DD88-9927-55B3-CCB6-AE9E16387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83495"/>
            <a:ext cx="9144000" cy="507450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Make sure the green (</a:t>
            </a:r>
            <a:r>
              <a:rPr lang="en-US" sz="1800" dirty="0" err="1"/>
              <a:t>venv</a:t>
            </a:r>
            <a:r>
              <a:rPr lang="en-US" sz="1800" dirty="0"/>
              <a:t>) is still visible in your terminal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Type this command and press Enter: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Windows: </a:t>
            </a:r>
            <a:r>
              <a:rPr lang="en-US" sz="1800" b="1" i="1" dirty="0"/>
              <a:t>pip install </a:t>
            </a:r>
            <a:r>
              <a:rPr lang="en-US" sz="1800" b="1" i="1" dirty="0" err="1"/>
              <a:t>pygame-ce</a:t>
            </a:r>
            <a:endParaRPr lang="en-US" sz="1800" b="1" i="1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Mac: </a:t>
            </a:r>
            <a:r>
              <a:rPr lang="en-US" sz="1800" b="1" i="1" dirty="0"/>
              <a:t>pip3 install </a:t>
            </a:r>
            <a:r>
              <a:rPr lang="en-US" sz="1800" b="1" i="1" dirty="0" err="1"/>
              <a:t>pygame-ce</a:t>
            </a:r>
            <a:endParaRPr lang="en-US" sz="1800" b="1" i="1" dirty="0"/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Wait until the loading bar finishes and you see "Successfully installed"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26FF2A0-54D9-80C1-3125-337EC2708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323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88D9A-8856-7A32-79EF-B32363CE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27AE50E-23BC-9AE6-4D8A-6E8B6D44F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2D3E782-A4FA-FDB6-2BFE-CE01BF51D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237" y="2142467"/>
            <a:ext cx="9013525" cy="257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653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DAB01-861E-7B3C-3422-5932BAF57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6FAD4F-95C5-D674-36C6-7B3A6A054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475116"/>
          </a:xfrm>
        </p:spPr>
        <p:txBody>
          <a:bodyPr>
            <a:normAutofit/>
          </a:bodyPr>
          <a:lstStyle/>
          <a:p>
            <a:r>
              <a:rPr lang="en-US" sz="4000" dirty="0"/>
              <a:t>Create and Run Test-Code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DDCC66-527C-0BB9-8AED-787CA83CF4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83495"/>
            <a:ext cx="9144000" cy="507450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Click the "New File" icon in the left explorer menu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Name the file </a:t>
            </a:r>
            <a:r>
              <a:rPr lang="en-US" sz="1600" b="1" dirty="0"/>
              <a:t>main.py</a:t>
            </a:r>
            <a:r>
              <a:rPr lang="en-US" sz="1600" dirty="0"/>
              <a:t> (Warning: Never name it pygame.py!)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Write your first line of code: </a:t>
            </a:r>
            <a:r>
              <a:rPr lang="en-US" sz="1600" b="1" i="1" dirty="0"/>
              <a:t>print("Hello World")</a:t>
            </a:r>
            <a:endParaRPr lang="en-US" sz="1600" i="1" dirty="0"/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Press </a:t>
            </a:r>
            <a:r>
              <a:rPr lang="en-US" sz="1600" b="1" dirty="0"/>
              <a:t>Ctrl + S</a:t>
            </a:r>
            <a:r>
              <a:rPr lang="en-US" sz="1600" dirty="0"/>
              <a:t> (or </a:t>
            </a:r>
            <a:r>
              <a:rPr lang="en-US" sz="1600" dirty="0" err="1"/>
              <a:t>Cmd</a:t>
            </a:r>
            <a:r>
              <a:rPr lang="en-US" sz="1600" dirty="0"/>
              <a:t> + S on Mac) to save the file. (Look at the file tab at the top: A white dot means unsaved, an 'X' means saved)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b="1" dirty="0"/>
              <a:t>How to run:</a:t>
            </a:r>
            <a:r>
              <a:rPr lang="en-US" sz="1600" dirty="0"/>
              <a:t> Make sure your main.py tab is actively selected in the middle of the screen! Then click the </a:t>
            </a:r>
            <a:r>
              <a:rPr lang="en-US" sz="1600" b="1" dirty="0"/>
              <a:t>Play Button</a:t>
            </a:r>
            <a:r>
              <a:rPr lang="en-US" sz="1600" dirty="0"/>
              <a:t> in the top right corner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If the Code wont run, click at the bar at the top and select main.py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Look at the terminal, read through the text. What happened? 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AC46831-5C17-E4C8-C65A-3603E30BE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13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489F1-3561-889D-1904-856D226A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D551C057-0D76-78A4-A161-2D92E03E5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906829" cy="178349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43AE946-1C9F-73CD-40D8-4B223B8D1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471" y="1654885"/>
            <a:ext cx="7965057" cy="354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387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Microsoft Office PowerPoint</Application>
  <PresentationFormat>Breitbild</PresentationFormat>
  <Paragraphs>53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</vt:lpstr>
      <vt:lpstr>Python</vt:lpstr>
      <vt:lpstr>PowerPoint-Präsentation</vt:lpstr>
      <vt:lpstr>GitHub Desktop</vt:lpstr>
      <vt:lpstr>PowerPoint-Präsentation</vt:lpstr>
      <vt:lpstr>Visual Studio Code (VSC)</vt:lpstr>
      <vt:lpstr>PowerPoint-Präsentation</vt:lpstr>
      <vt:lpstr>Create Repository</vt:lpstr>
      <vt:lpstr>PowerPoint-Präsentation</vt:lpstr>
      <vt:lpstr>Clone Repository</vt:lpstr>
      <vt:lpstr>PowerPoint-Präsentation</vt:lpstr>
      <vt:lpstr>Create a Virtual Environment</vt:lpstr>
      <vt:lpstr>PowerPoint-Präsentation</vt:lpstr>
      <vt:lpstr>Install Pygame</vt:lpstr>
      <vt:lpstr>PowerPoint-Präsentation</vt:lpstr>
      <vt:lpstr>Create and Run Test-Code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Sander</dc:creator>
  <cp:lastModifiedBy>Dominik Sander</cp:lastModifiedBy>
  <cp:revision>1</cp:revision>
  <dcterms:created xsi:type="dcterms:W3CDTF">2026-10-21T11:12:09Z</dcterms:created>
  <dcterms:modified xsi:type="dcterms:W3CDTF">2026-10-21T12:16:13Z</dcterms:modified>
</cp:coreProperties>
</file>